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3127248"/>
            <a:ext cx="57881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5448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Segoe UI"/>
              </a:rPr>
              <a:t>StudyOS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10128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94A3B8"/>
                </a:solidFill>
                <a:latin typeface="Segoe UI"/>
              </a:rPr>
              <a:t>Yapay Zeka Destekli Egitim Ekosistemi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  <a:latin typeface="Segoe UI"/>
              </a:rPr>
              <a:t>Ogrenci Mobil Uygulamasi   .   Kurumsal Yonetim Platformu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091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Segoe UI"/>
              </a:rPr>
              <a:t>Iki urun.  Tek ekosistem.  Tek hedef.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SORUN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Ogrenciler dagitik araclarla calisiyor.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72768"/>
            <a:ext cx="21031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Dagitik
Araclar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4328" y="1572768"/>
            <a:ext cx="21031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4328" y="1572768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Sinav
Analizi Yok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1572768"/>
            <a:ext cx="21031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2896" y="1572768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Geri Bildirim
Yok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1572768"/>
            <a:ext cx="21031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41464" y="1572768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Tutarlilik
Takibi Yok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1572768"/>
            <a:ext cx="21031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00032" y="1572768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Sessiz
Basarisizlik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11430000" cy="77724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Segoe UI"/>
              </a:rPr>
              <a:t>YKS  .  LGS  .  KPSS  —  Milyonlarca ogrenci.  Hicbir birlesik arac.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Segoe UI"/>
              </a:rPr>
              <a:t>Plan yok.  Takip yok.  Rehberlik yok.  Kurum baglantisi yok.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SORUN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Kurumlar kör bir sekilde yonetiyor.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72768"/>
            <a:ext cx="11430000" cy="65836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1430000" cy="4114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Yoklama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82495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Kagit formlar ve Excel tablolari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22576"/>
            <a:ext cx="11430000" cy="65836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22576"/>
            <a:ext cx="11430000" cy="4114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Odev Takibi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32304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WhatsApp mesajlari ve sozlu talimatlar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72384"/>
            <a:ext cx="11430000" cy="65836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72384"/>
            <a:ext cx="11430000" cy="4114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638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Sinav Sonuclari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82112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Optik cevap kagitlarindan elle girilen veriler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22191"/>
            <a:ext cx="11430000" cy="65836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22191"/>
            <a:ext cx="11430000" cy="4114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Veli Iletisimi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Gayri resmi arama ve mesajlar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72000"/>
            <a:ext cx="11430000" cy="65836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11430000" cy="4114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Riskli Ogrenci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8172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Erken uyari mekanizmasi bulunmuyor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Segoe UI"/>
              </a:rPr>
              <a:t>Kurum ogrencilerinin varligini biliyor.  Nasil olduklarini bilmiyor.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ONEMIN BOYU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10312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91440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1">
                <a:solidFill>
                  <a:srgbClr val="FFFFFF"/>
                </a:solidFill>
                <a:latin typeface="Segoe UI"/>
              </a:rPr>
              <a:t>"En onemli veri, onu en cok
ihtiyac duyan insanlara gorunmez."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063240"/>
            <a:ext cx="76169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Segoe UI"/>
              </a:rPr>
              <a:t>Ogrenciler Icin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Olcemedigini gelistiremezsin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16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Dagitik araclar tutarsiligi bozuyor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383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Rehberlik olmadan emek bosa gidiyor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Segoe UI"/>
              </a:rPr>
              <a:t>Kurumlar Icin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Erken uyari yoksa mudahale gecikir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16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Manuel surecler olceklenmez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383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Gayri resmi iletisim veli guvenini erozyor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PAZAR BOSLUGU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Mevcut araclar tek sorun cozer.
StudyOS sistemi cozer.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288036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Arac Turu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920240"/>
            <a:ext cx="34290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96596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Ne Yapar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920240"/>
            <a:ext cx="461772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65960"/>
            <a:ext cx="44805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Neyi Kacirir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88036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377440"/>
            <a:ext cx="342900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377440"/>
            <a:ext cx="461772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Genel calisma uygulamalari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41448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Zamanlayici - Notlar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41448"/>
            <a:ext cx="448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Segoe UI"/>
              </a:rPr>
              <a:t>AI yok - Kurum baglantisi yok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288036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971800"/>
            <a:ext cx="342900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971800"/>
            <a:ext cx="461772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Okul yonetim yazilimlari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035808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Yoklama -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35808"/>
            <a:ext cx="448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Segoe UI"/>
              </a:rPr>
              <a:t>Ogrenci uygulamasi yok - Analitik yok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288036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566160"/>
            <a:ext cx="342900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566160"/>
            <a:ext cx="461772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0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Mesajlasma uygulamalari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30168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Iletisim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630168"/>
            <a:ext cx="448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Segoe UI"/>
              </a:rPr>
              <a:t>Egitim icin tasarlanmamis - Veri yok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288036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4160520"/>
            <a:ext cx="342900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160520"/>
            <a:ext cx="4617720" cy="56692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245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Excel tablolari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24528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Manuel takip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24528"/>
            <a:ext cx="448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Segoe UI"/>
              </a:rPr>
              <a:t>Zeka yok - Hata orani yuksek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54880"/>
            <a:ext cx="288036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4754880"/>
            <a:ext cx="342900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754880"/>
            <a:ext cx="4617720" cy="56692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18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Ayri LMS platformlari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818888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Icerik dagitimi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818888"/>
            <a:ext cx="448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Segoe UI"/>
              </a:rPr>
              <a:t>Kisisel calisma verisiyle baglanmaz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46811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  <a:latin typeface="Segoe UI"/>
              </a:rPr>
              <a:t>-&gt;  Hicbir arac ogrencinin kisisel calisma verisini kurum yonetimiyle baglamadi.  Ta ki simdi.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29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Segoe UI"/>
              </a:rPr>
              <a:t>Tanitiyoruz: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6012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Segoe UI"/>
              </a:rPr>
              <a:t>StudyOS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304288"/>
            <a:ext cx="450799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4937760" cy="3200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493776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8BDF8"/>
                </a:solidFill>
                <a:latin typeface="Segoe UI"/>
              </a:rPr>
              <a:t>Ogrenci Mobil Uygulamasi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  <a:latin typeface="Segoe UI"/>
              </a:rPr>
              <a:t>Kisisellestirilmis yapay zeka
destekli akademik rehber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/>
              </a:rPr>
              <a:t>Android  .  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3246120"/>
            <a:ext cx="1362456" cy="146304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338328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  <a:latin typeface="Segoe UI"/>
              </a:rPr>
              <a:t>&lt;-&gt;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3977639"/>
            <a:ext cx="13624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Ortak
Bulut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3992" y="2560320"/>
            <a:ext cx="4937760" cy="3200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93992" y="2560320"/>
            <a:ext cx="49377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78892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4D399"/>
                </a:solidFill>
                <a:latin typeface="Segoe UI"/>
              </a:rPr>
              <a:t>Kurumsal Web Platformu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4290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  <a:latin typeface="Segoe UI"/>
              </a:rPr>
              <a:t>Her kurumun ihtiyacina ozel
bütünlesik yonetim katmani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Web  .  Duyarli Tasarim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Segoe UI"/>
              </a:rPr>
              <a:t>Iki urun.  Tek ekosistem.  Tek hedef.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VIZYON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10896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91440" cy="3108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1">
                <a:solidFill>
                  <a:srgbClr val="FFFFFF"/>
                </a:solidFill>
                <a:latin typeface="Segoe UI"/>
              </a:rPr>
              <a:t>"StudyOS; her ogrencinin ogrenme yolculugunu yonetebildigi
ve her egitim kurumunun ogrenci tabanini tam anlamiyla
yonetebildigi tek, bagli, yapay zeka destekli
egitim ekosistemi haline gelecektir."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87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Misyon: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18795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Calisma ile basari arasindaki surtuculugu ortadan kaldirmak.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Segoe UI"/>
              </a:rPr>
              <a:t>-&gt;  Her ogrenci kisisel ve akilli bir akademik rehbere kavusur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760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Segoe UI"/>
              </a:rPr>
              <a:t>-&gt;  Her kurum tam operasyonel gorunum elde eder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51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Segoe UI"/>
              </a:rPr>
              <a:t>-&gt;  Iki taraf her zaman otomatik olarak bagli kalir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OGRENCI PLATFORMU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20116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Ogrenci Mobil Uygulamasi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Segoe UI"/>
              </a:rPr>
              <a:t>Tek uygulama.  Tam aciklik.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8346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  <a:latin typeface="Segoe UI"/>
              </a:rPr>
              <a:t>PLANLA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Gunluk calisma plani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455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Sinav / Universite modu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920240"/>
            <a:ext cx="283464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  <a:latin typeface="Segoe UI"/>
              </a:rPr>
              <a:t>TAKIP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Konu ve soru takibi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1455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Yanlis defteri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Akilli tekrar sistemi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3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3" y="1920240"/>
            <a:ext cx="28346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  <a:latin typeface="Segoe UI"/>
              </a:rPr>
              <a:t>ANALIZ 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Deneme sinavi analizi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1455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Istatistik ve grafikler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AI tarafindan olusturulan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1920240"/>
            <a:ext cx="2834640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84FC"/>
                </a:solidFill>
                <a:latin typeface="Segoe UI"/>
              </a:rPr>
              <a:t>ODAKLAN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Pomodoro zamanlayici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1455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Akilli bildirimler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.  Bulut senkronizasyonu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99632"/>
            <a:ext cx="11430000" cy="50292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453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Segoe UI"/>
              </a:rPr>
              <a:t>AI Calisma Kocu — Kisisellestirilmis akademik rehberlik, her an erisim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KURUMSAL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219456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Kurumsal Web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Segoe UI"/>
              </a:rPr>
              <a:t>Tam kontrol.  Tam gorunum.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8346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Segoe UI"/>
              </a:rPr>
              <a:t>YONET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Kurum ve sube kaydı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Sinif - Ogretmen - Ogrenci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758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Rol tabanli yetkiler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920240"/>
            <a:ext cx="283464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Segoe UI"/>
              </a:rPr>
              <a:t>ILET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Dijital yoklama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1546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PDF ve video icerik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6758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Odevler ve duyurular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3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3" y="1920240"/>
            <a:ext cx="28346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Segoe UI"/>
              </a:rPr>
              <a:t>DEGERLEN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Deneme sinavi olusturma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1546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Optik kagit aktarimi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6758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Konu bazli basari analizi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920240"/>
            <a:ext cx="2834640" cy="4114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920240"/>
            <a:ext cx="2834640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20299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84FC"/>
                </a:solidFill>
                <a:latin typeface="Segoe UI"/>
              </a:rPr>
              <a:t>ANLA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2633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AI akademik danısman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31546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Riskli ogrenci tespiti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6758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.  Disari aktarilabilir raporlar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99632"/>
            <a:ext cx="11430000" cy="50292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453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4D399"/>
                </a:solidFill>
                <a:latin typeface="Segoe UI"/>
              </a:rPr>
              <a:t>Veli Erisimi — Aile gorunurlugu icin ozel, guvenilir, yapisal kanal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YAPAY ZEKA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3716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AI bir ozellik degil — omurgadir.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5212080" cy="443484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2120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Segoe UI"/>
              </a:rPr>
              <a:t>Ogrenci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40864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AI Calisma Kocu — kisisel rehberlik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AI Plan Olusturucu — uyarlanabilir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67328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Akilli Tekrar — zayif konulari onceliklendir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Ilerleme analizi ve istatistikler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364992"/>
            <a:ext cx="1490472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3410712"/>
            <a:ext cx="1490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&lt;-&gt;
Paylasili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1112" y="1600200"/>
            <a:ext cx="5212080" cy="443484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11112" y="1600200"/>
            <a:ext cx="521208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17190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Segoe UI"/>
              </a:rPr>
              <a:t>Kurum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340864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AI Akademik Danısman — kurumsal oneriler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05409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Riskli Ogrenci Tespiti — erken uyari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767328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Konu bazli basari analizi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4805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-&gt;  Ogrenci gelisim raporlari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199632"/>
            <a:ext cx="11430000" cy="502920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2453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Segoe UI"/>
              </a:rPr>
              <a:t>Her iki platformda olusturulan AI analizleri her iki tarafta da aninda erisilebilinir.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ENTEGRASYON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3716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Tek bagli ekosistem.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3200400" cy="1828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320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Ogrenci Uygulamasi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Android . 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Kisisel calisma verisi
gercek zamanli islenir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1847088"/>
            <a:ext cx="3200400" cy="1481328"/>
          </a:xfrm>
          <a:prstGeom prst="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847088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96596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StudyOS Bulut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42316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Hesaplar . API
Veritabani .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9912" y="1572768"/>
            <a:ext cx="3200400" cy="18288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912" y="1572768"/>
            <a:ext cx="32004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Kurumsal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121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Web . Duyarli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4414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Yonetim verisi
gercek zamanli islenir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95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Segoe UI"/>
              </a:rPr>
              <a:t>&lt;--------------------&gt;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395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Segoe UI"/>
              </a:rPr>
              <a:t>&lt;--------------------&gt;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5687568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Ogrenci Uygulamasindan  -&gt;  Kuruma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3703320"/>
            <a:ext cx="5687568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7490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Kurumdan  -&gt;  Ogrenci Uygulamasina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5687568" cy="42976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4160520"/>
            <a:ext cx="5687568" cy="42976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153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Calisma sure kayitlari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153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Ogretmen tarafindan verilen odevler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17720"/>
            <a:ext cx="5687568" cy="42976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3368" y="4617720"/>
            <a:ext cx="5687568" cy="42976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725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Deneme sinavi sonuclari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PDF dokuman ve materyaller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74920"/>
            <a:ext cx="5687568" cy="42976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5074920"/>
            <a:ext cx="5687568" cy="429768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AI performans verisi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97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AI analizleri ve raporlar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5687568" cy="42976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368" y="5532120"/>
            <a:ext cx="5687568" cy="429768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869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Basari grafikleri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5869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-&gt;  Duyurular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KULLANICI YOLCULUGU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6459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Ayse ile tanisalim — 17 yasinda, YKS'ye hazirlaniyor.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Segoe UI"/>
              </a:rPr>
              <a:t>Dershanesi StudyOS kullaniyor.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10128"/>
            <a:ext cx="112745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7874" y="3191256"/>
            <a:ext cx="237744" cy="23774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Segoe UI"/>
              </a:rPr>
              <a:t>Pazartesi
Sabah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Uygulama haftalik plani
zayif konulara gore hazirlar</a:t>
            </a:r>
          </a:p>
        </p:txBody>
      </p:sp>
      <p:sp>
        <p:nvSpPr>
          <p:cNvPr id="10" name="Oval 9"/>
          <p:cNvSpPr/>
          <p:nvPr/>
        </p:nvSpPr>
        <p:spPr>
          <a:xfrm>
            <a:off x="3156966" y="3191256"/>
            <a:ext cx="237744" cy="23774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6292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Segoe UI"/>
              </a:rPr>
              <a:t>Pazartesi
Aksam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6292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AI kocu atlanan
Geometri'yi isaret eder</a:t>
            </a:r>
          </a:p>
        </p:txBody>
      </p:sp>
      <p:sp>
        <p:nvSpPr>
          <p:cNvPr id="13" name="Oval 12"/>
          <p:cNvSpPr/>
          <p:nvPr/>
        </p:nvSpPr>
        <p:spPr>
          <a:xfrm>
            <a:off x="5036058" y="3191256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"/>
              </a:rPr>
              <a:t>Carsamba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Ogretmen PDF yukler,
ogrenci anlinda gorur</a:t>
            </a:r>
          </a:p>
        </p:txBody>
      </p:sp>
      <p:sp>
        <p:nvSpPr>
          <p:cNvPr id="16" name="Oval 15"/>
          <p:cNvSpPr/>
          <p:nvPr/>
        </p:nvSpPr>
        <p:spPr>
          <a:xfrm>
            <a:off x="6915150" y="3191256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4476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Segoe UI"/>
              </a:rPr>
              <a:t>Cuma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Deneme sonuclari dijital
olarak aktarilir</a:t>
            </a:r>
          </a:p>
        </p:txBody>
      </p:sp>
      <p:sp>
        <p:nvSpPr>
          <p:cNvPr id="19" name="Oval 18"/>
          <p:cNvSpPr/>
          <p:nvPr/>
        </p:nvSpPr>
        <p:spPr>
          <a:xfrm>
            <a:off x="8794242" y="3191256"/>
            <a:ext cx="237744" cy="23774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7171"/>
                </a:solidFill>
                <a:latin typeface="Segoe UI"/>
              </a:rPr>
              <a:t>Cumartesi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AI, Ayse'yi riskli
ogrenci olarak isaretler</a:t>
            </a:r>
          </a:p>
        </p:txBody>
      </p:sp>
      <p:sp>
        <p:nvSpPr>
          <p:cNvPr id="22" name="Oval 21"/>
          <p:cNvSpPr/>
          <p:nvPr/>
        </p:nvSpPr>
        <p:spPr>
          <a:xfrm>
            <a:off x="10673334" y="3191256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2660" y="2578608"/>
            <a:ext cx="18790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"/>
              </a:rPr>
              <a:t>Sonraki
Hafta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2660" y="3493008"/>
            <a:ext cx="18790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Plan otomatik
guncellenir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62272"/>
            <a:ext cx="11430000" cy="658368"/>
          </a:xfrm>
          <a:prstGeom prst="rect">
            <a:avLst/>
          </a:prstGeom>
          <a:solidFill>
            <a:srgbClr val="0B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  <a:latin typeface="Segoe UI"/>
              </a:rPr>
              <a:t>-&gt;  Sistem, baskasından once fark etti.  Ve harekete gecti.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285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Hicbir Excel tablosu olusturulmadi.  Hicbir ogretmenin onceden fark etmesi gerekmedi.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058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Ogrenci verisi + kurum verisi  -&gt;  otomatik olarak birlikte calisti.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REKABET AVANTAJLARI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22860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Neden StudyOS.  Neden simdi.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9077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0992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Uctan Uca Ekosistem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6712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Ogrenci verisi ile kurum verisini baglayan tek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0020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1600200"/>
            <a:ext cx="29077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70992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Segoe UI"/>
              </a:rPr>
              <a:t>Her Iki Tarafta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16712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Kocluk . Planlama . Risk tespiti . Akademik danismanlik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160020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6" y="1600200"/>
            <a:ext cx="29077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70992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Segoe UI"/>
              </a:rPr>
              <a:t>Cift Yonlu Senkronizasyon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16712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Tum veriler otomatik akar — manuel aktarim yok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0344" y="160020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0344" y="1600200"/>
            <a:ext cx="29077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170992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Optik Kagit Aktarimi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216712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Kagit sinav sonuclari sureci degistirmeden dijitale tasinir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6324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2907792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17296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Segoe UI"/>
              </a:rPr>
              <a:t>Erken Uyari Sistemi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63016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Riskli ogrenciler ogretmen farketmeden once tespit edilir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306324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47288" y="3063240"/>
            <a:ext cx="2907792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6" y="317296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egoe UI"/>
              </a:rPr>
              <a:t>Veli Seffafligi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63016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Yapisal aile gorunurlugu — guvenilir ve 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306324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8816" y="3063240"/>
            <a:ext cx="29077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317296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Segoe UI"/>
              </a:rPr>
              <a:t>Gizlilik Oncelikli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363016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KVKK ve GDPR uyumu basindan itibaren tasarimda mevcut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0344" y="3063240"/>
            <a:ext cx="2907792" cy="1353312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0344" y="3063240"/>
            <a:ext cx="290779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2" y="317296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Segoe UI"/>
              </a:rPr>
              <a:t>Olceklenebilir Yapi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3630168"/>
            <a:ext cx="27249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Tek siniftan ulusal cok-subeli aglarına kadar esit etkinlik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IS MODELI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3716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Iki urun.  Coklu gelir akislari.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5349240" cy="3749039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492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Segoe UI"/>
              </a:rPr>
              <a:t>Ogrenci Uygulamasi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Premium Abonelik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Aylik / yillik tam erisim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Odulli Reklamlar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272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Uygulama ici odul kazanilir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Uygulama Ici Satin 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9044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Tek seferlik ozellik acma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00200"/>
            <a:ext cx="5513832" cy="3749039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00200"/>
            <a:ext cx="551383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Segoe UI"/>
              </a:rPr>
              <a:t>Kurumsal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Kurum Lisansi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350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Kurum basina aylik / yillik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Ogrenci Basina Lisans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0358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Kayitli ogrenci basina ucret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Premium AI Modulleri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7216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Gelismis AI ozellikler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Raporlama Paketleri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44074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Gelismis analitik ve disari aktarim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11430000" cy="685800"/>
          </a:xfrm>
          <a:prstGeom prst="rect">
            <a:avLst/>
          </a:prstGeom>
          <a:solidFill>
            <a:srgbClr val="0B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4D399"/>
                </a:solidFill>
                <a:latin typeface="Segoe UI"/>
              </a:rPr>
              <a:t>Volan etkisi:  Kurum benimsemesi -&gt; Daha fazla ogrenci -&gt; Daha iyi AI -&gt; Daha fazla kurum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YOL HARITASI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3716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Dort asama.  Iki urun.  Tek yon.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78892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72B"/>
                </a:solidFill>
                <a:latin typeface="Segoe UI"/>
              </a:rPr>
              <a:t>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2788920" cy="23317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788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Ogrenci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Giris . Calisma plani
Konu takibi . Pomodoro
Istatistik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72000"/>
            <a:ext cx="27889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572000"/>
            <a:ext cx="27889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Kurum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56048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Kurum kurulumu . Siniflar
Ogretmen . Ogrenci
PDF . Denemeler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600200"/>
            <a:ext cx="278892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72B"/>
                </a:solidFill>
                <a:latin typeface="Segoe UI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103120"/>
            <a:ext cx="2788920" cy="23317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2103120"/>
            <a:ext cx="2788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21488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Ogrenci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48716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Koc
Deneme analizi
Yanlis defteri
Akilli tekrar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4572000"/>
            <a:ext cx="27889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4572000"/>
            <a:ext cx="27889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461772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Kurum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4956048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analizi
Veli paneli
Gelistirilmis raporlama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1600200"/>
            <a:ext cx="2788920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72B"/>
                </a:solidFill>
                <a:latin typeface="Segoe UI"/>
              </a:rPr>
              <a:t>V3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3" y="2103120"/>
            <a:ext cx="2788920" cy="23317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3" y="2103120"/>
            <a:ext cx="2788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3" y="21488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Ogrenci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3" y="248716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Universite modulu
PDF analizi . AI ozet
Flashcard . Kariyer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3" y="4572000"/>
            <a:ext cx="27889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3" y="4572000"/>
            <a:ext cx="27889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3" y="461772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Kurum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3" y="4956048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Canli ders
Mesajlasma
Optik aktarim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1600200"/>
            <a:ext cx="2788920" cy="41148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72B"/>
                </a:solidFill>
                <a:latin typeface="Segoe UI"/>
              </a:rPr>
              <a:t>V4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6296" y="2103120"/>
            <a:ext cx="2788920" cy="23317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6296" y="2103120"/>
            <a:ext cx="27889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21488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Ogrenci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248716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Sosyal ozellikler
Calisma gruplari
Widget . Saat destegi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6296" y="4572000"/>
            <a:ext cx="2788920" cy="205740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26296" y="4572000"/>
            <a:ext cx="27889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7736" y="461772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Kurum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4956048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Cok kurumlu yonetim
LMS ozellikleri
API entegrasyonlari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BEKLENEN ETKI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6459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StudyOS hayata gecirildiginde neler degisir.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3749039" cy="41605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74903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Segoe UI"/>
              </a:rPr>
              <a:t>Ogrenciler Icin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33172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Dagitik araclar -&gt; tek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92607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Kör calisma -&gt; veri odakli hazirlik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52043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Izole emek -&gt; AI rehberliginde ilerleme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11480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Tutarlilik otomatik takip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749039" cy="41605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74903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71907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Segoe UI"/>
              </a:rPr>
              <a:t>Kurumlar Icin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33172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Reaktif -&gt; proaktif yonetim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92607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Manuel giris -&gt; otomatik aktarim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52043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Gayri resmi iletisim -&gt; yapisal kayitlar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411480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Riskli ogrenciler onceden tespit edilir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00200"/>
            <a:ext cx="3749039" cy="41605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00200"/>
            <a:ext cx="3749039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71907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BBF24"/>
                </a:solidFill>
                <a:latin typeface="Segoe UI"/>
              </a:rPr>
              <a:t>Ekosistem Icin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33172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Ogrenci &lt;-&gt; kurum verisi ilk kez baglandi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92607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Veliler yapisal gorunum kazandi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52043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Kullanim arttikca AI gelistirilir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14800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-&gt;  Tum taraflar icin tek operasyonel katman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6035040"/>
            <a:ext cx="2665476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Aylik Aktif Kullanici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68396" y="6035040"/>
            <a:ext cx="2455164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Calisma Tutarliligi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6035040"/>
            <a:ext cx="2350008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AI Etkilesim Orani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6035040"/>
            <a:ext cx="2560320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Kurum Yenileme Orani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45367" y="6035040"/>
            <a:ext cx="2244852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Uyari Yanit Orani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327380" y="6035040"/>
            <a:ext cx="2139696" cy="475488"/>
          </a:xfrm>
          <a:prstGeom prst="roundRect">
            <a:avLst/>
          </a:prstGeom>
          <a:solidFill>
            <a:srgbClr val="0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Memnuniyet Puani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UZUN VADELI VIZYON  .  3–5 YIL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228600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Egitim isletim sistemi.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430000" cy="14173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91440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Segoe UI"/>
              </a:rPr>
              <a:t>Her ogrenci icin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76809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Sinav hazirligi'ndan universite mezuniyetine kadar tam akademik hayat tek uygulamada.
Telefon  .  Akilli saat  .  Widget  .  Calisma gruplari.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54680"/>
            <a:ext cx="11430000" cy="14173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91440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2644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Segoe UI"/>
              </a:rPr>
              <a:t>Her kurum icin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46120"/>
            <a:ext cx="76809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Tek sube veya yuzlerce sube — ayni platform, uyarlanan gorunum.
Canli ders  .  LMS icerik  .  Acik API entegrasyonlari.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709160"/>
            <a:ext cx="11430000" cy="1417320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91440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8188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BBF24"/>
                </a:solidFill>
                <a:latin typeface="Segoe UI"/>
              </a:rPr>
              <a:t>Platform icin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800600"/>
            <a:ext cx="76809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Ucuncu taraf icerik saglayicilari ve gelisitirciler acik API uzerinde insaat yapar.
StudyOS, baskalarin da uzerine insaat yaptigi bir platforma donusur.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6217920"/>
            <a:ext cx="94457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32764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Iki bagimsiz urun.  Tek ortak omurga.  Tek egitim isletim sistemi.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OZET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StudyOS bes maddede.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11430000" cy="79552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82296" cy="7955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Gercek Sorun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627631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Ogrenciler ve kurumlar birbirinden kopuk.  En onemli veri gorunmez.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95728"/>
            <a:ext cx="11430000" cy="79552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82296" cy="7955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Gercek Cozum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51460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Ortak bulut ile baglanan iki AI destekli urun otomatik veri paylasir.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82696"/>
            <a:ext cx="11430000" cy="79552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82696"/>
            <a:ext cx="82296" cy="7955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6557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7413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Gercek Farklilik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0156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Kisisel calisma verisi ile kurum yonetimini baglayan tek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69664"/>
            <a:ext cx="11430000" cy="79552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69664"/>
            <a:ext cx="82296" cy="7955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5254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84FC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6110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Gercek Is Modeli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288536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Coklu gelir akislari ve her iki tarafin birbirini buyuttugu volan dinamigi.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56632"/>
            <a:ext cx="11430000" cy="795528"/>
          </a:xfrm>
          <a:prstGeom prst="round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056632"/>
            <a:ext cx="82296" cy="7955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23951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480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Gercek Vizyon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175504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Ogrenciden kuruma, bireyden ekosisteme egitim isletim sistemi.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6053328"/>
            <a:ext cx="85313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14476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Iki urun.  Tek ekosistem.  Tek hedef.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Segoe UI"/>
              </a:rPr>
              <a:t>Tesekkurler.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57881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StudyOS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6732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Segoe UI"/>
              </a:rPr>
              <a:t>Yapay Zeka Destekli Egitim Ekosistemi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434840"/>
            <a:ext cx="5788152" cy="411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617720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Segoe UI"/>
              </a:rPr>
              <a:t>Sorularinizi bekliyoruz.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4A5E"/>
                </a:solidFill>
                <a:latin typeface="Segoe UI"/>
              </a:rPr>
              <a:t>docs/requirements/   .   docs/presentations/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